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7" Type="http://schemas.openxmlformats.org/officeDocument/2006/relationships/viewProps" Target="viewProps.xml" /><Relationship Id="rId6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9" Type="http://schemas.openxmlformats.org/officeDocument/2006/relationships/tableStyles" Target="tableStyles.xml" /><Relationship Id="rId8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.png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Worker Behavior Audit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Project LDR: Anomaly Detection</a:t>
            </a:r>
            <a:br/>
            <a:br/>
            <a:r>
              <a:rPr/>
              <a:t>Mark London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Total Workforce:</a:t>
            </a:r>
            <a:r>
              <a:rPr/>
              <a:t> 50 Workers</a:t>
            </a:r>
          </a:p>
          <a:p>
            <a:pPr lvl="0"/>
            <a:r>
              <a:rPr b="1"/>
              <a:t>Anomalies Detected:</a:t>
            </a:r>
            <a:r>
              <a:rPr/>
              <a:t> 2 High-Risk Cases</a:t>
            </a:r>
          </a:p>
          <a:p>
            <a:pPr lvl="0"/>
            <a:r>
              <a:rPr b="1"/>
              <a:t>Method:</a:t>
            </a:r>
            <a:r>
              <a:rPr/>
              <a:t> Dimensionality Reduction (PCA)</a:t>
            </a:r>
          </a:p>
          <a:p>
            <a:pPr lvl="0" indent="0" marL="0">
              <a:buNone/>
            </a:pPr>
            <a:r>
              <a:rPr/>
              <a:t>This system automatically filtered the “Territory” to find the 2 workers who deviate from the standard “Map”.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Stage 1: The Distribution</a:t>
            </a:r>
          </a:p>
        </p:txBody>
      </p:sp>
      <p:pic>
        <p:nvPicPr>
          <p:cNvPr descr="worker_audit_files/figure-pptx/cell-3-output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057400" y="1193800"/>
            <a:ext cx="50292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```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Worker Behavior Audit</dc:title>
  <dc:creator>Mark London</dc:creator>
  <cp:keywords/>
  <dcterms:created xsi:type="dcterms:W3CDTF">2026-03-15T21:02:48Z</dcterms:created>
  <dcterms:modified xsi:type="dcterms:W3CDTF">2026-03-15T21:02:48Z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execute">
    <vt:lpwstr/>
  </property>
  <property fmtid="{D5CDD505-2E9C-101B-9397-08002B2CF9AE}" pid="6" name="header-includes">
    <vt:lpwstr/>
  </property>
  <property fmtid="{D5CDD505-2E9C-101B-9397-08002B2CF9AE}" pid="7" name="include-after">
    <vt:lpwstr/>
  </property>
  <property fmtid="{D5CDD505-2E9C-101B-9397-08002B2CF9AE}" pid="8" name="include-before">
    <vt:lpwstr/>
  </property>
  <property fmtid="{D5CDD505-2E9C-101B-9397-08002B2CF9AE}" pid="9" name="labels">
    <vt:lpwstr/>
  </property>
  <property fmtid="{D5CDD505-2E9C-101B-9397-08002B2CF9AE}" pid="10" name="subtitle">
    <vt:lpwstr>Project LDR: Anomaly Detection</vt:lpwstr>
  </property>
  <property fmtid="{D5CDD505-2E9C-101B-9397-08002B2CF9AE}" pid="11" name="toc-title">
    <vt:lpwstr>Table of contents</vt:lpwstr>
  </property>
</Properties>
</file>